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54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11F88E-AED0-4C22-9ACA-A3C4A82AE7C4}" type="datetimeFigureOut">
              <a:rPr lang="es-ES" smtClean="0"/>
              <a:t>30/10/2026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92672-038A-4F70-8AC7-45B3ABA6C0D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3711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92672-038A-4F70-8AC7-45B3ABA6C0D5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2204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202310"/>
            <a:ext cx="5715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0" y="457200"/>
            <a:ext cx="495300" cy="495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23887"/>
            <a:ext cx="4950073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8BD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TECNÓLOGO EN ANÁLISIS Y </a:t>
            </a:r>
            <a:r>
              <a:rPr sz="1100" b="1" i="0" u="none" dirty="0">
                <a:solidFill>
                  <a:srgbClr val="38BD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</a:t>
            </a:r>
            <a:r>
              <a:rPr sz="1050" b="1" i="0" u="none" dirty="0">
                <a:solidFill>
                  <a:srgbClr val="38BD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SOFTWARE (ADSO) - SENA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922240"/>
            <a:ext cx="5547224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Proyecto Alerta Mujer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687960"/>
            <a:ext cx="5875006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Integral de Respuesta </a:t>
            </a:r>
            <a:r>
              <a:rPr sz="1650" b="0" i="0" u="none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Rápida</a:t>
            </a:r>
            <a:r>
              <a:rPr sz="1650" b="0" i="0" u="none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sz="1650" b="0" i="0" u="none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Seguridad</a:t>
            </a:r>
            <a:r>
              <a:rPr sz="1650" b="0" i="0" u="none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50" b="0" i="0" u="none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Ciudadana</a:t>
            </a:r>
            <a:endParaRPr sz="1650" b="0" i="0" u="none" dirty="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6210151"/>
            <a:ext cx="222176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Presentación</a:t>
            </a:r>
            <a:r>
              <a:rPr sz="1200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sz="1400" b="0" i="0" u="none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Instructores</a:t>
            </a:r>
            <a:endParaRPr sz="1400" b="0" i="0" u="none" dirty="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01400" y="6210151"/>
            <a:ext cx="876843" cy="4001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s-ES" sz="1200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ADSO </a:t>
            </a:r>
            <a:r>
              <a:rPr lang="es-ES" sz="1400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</a:p>
          <a:p>
            <a:pPr algn="l"/>
            <a:endParaRPr lang="es-ES" sz="1200" b="0" i="0" u="none" dirty="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83C57734-88C6-00D5-10B2-535AFDEB67A2}"/>
              </a:ext>
            </a:extLst>
          </p:cNvPr>
          <p:cNvSpPr txBox="1"/>
          <p:nvPr/>
        </p:nvSpPr>
        <p:spPr>
          <a:xfrm>
            <a:off x="609599" y="4922265"/>
            <a:ext cx="3718967" cy="5078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ES" sz="1650" b="0" i="0" u="none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Integrantes: Luis David Conde </a:t>
            </a:r>
            <a:r>
              <a:rPr lang="es-ES" sz="1650" b="0" i="0" u="none" dirty="0" err="1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Sanchez</a:t>
            </a:r>
            <a:endParaRPr lang="es-ES" sz="1650" b="0" i="0" u="none" dirty="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s-ES" sz="1650" b="0" i="0" u="none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Andres Felipe Cuellar Gomez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71762"/>
            <a:ext cx="3505200" cy="2200275"/>
          </a:xfrm>
          <a:prstGeom prst="roundRect">
            <a:avLst>
              <a:gd name="adj" fmla="val 51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43400" y="2671762"/>
            <a:ext cx="3505200" cy="2200275"/>
          </a:xfrm>
          <a:prstGeom prst="roundRect">
            <a:avLst>
              <a:gd name="adj" fmla="val 51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077200" y="2557462"/>
            <a:ext cx="3505200" cy="245745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45720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2986087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725" y="2986087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1525" y="2857500"/>
            <a:ext cx="2286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00062"/>
            <a:ext cx="411971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Planteamiento del 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443287"/>
            <a:ext cx="193411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Vulnerabilidad Social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786187"/>
            <a:ext cx="29718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Altos índices de inseguridad y tiempos de respuesta deficientes ante situaciones de riesgo crítico.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443287"/>
            <a:ext cx="230832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Brecha de Comunicación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3786187"/>
            <a:ext cx="29718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Dificultad para transmitir ubicación precisa y alertar contactos en segundos sin levantar sospechas.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314700"/>
            <a:ext cx="2015103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Ausencia Tecnológica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657600"/>
            <a:ext cx="2971800" cy="100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Falta de </a:t>
            </a: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herramientas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móviles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integradas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directamente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servicios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backend y </a:t>
            </a:r>
            <a:r>
              <a:rPr lang="es-ES"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Carga rápida de datos sin latencia del servidor.</a:t>
            </a:r>
            <a:endParaRPr sz="1350" b="0" i="0" u="none" dirty="0">
              <a:solidFill>
                <a:srgbClr val="47556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900362"/>
            <a:ext cx="5334000" cy="1743075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48400" y="2874615"/>
            <a:ext cx="5334000" cy="17944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2900362"/>
            <a:ext cx="57150" cy="17430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48400" y="2874615"/>
            <a:ext cx="57150" cy="17944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457200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00062"/>
            <a:ext cx="319638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 del Sistema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3205162"/>
            <a:ext cx="1694375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665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 General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3567112"/>
            <a:ext cx="47625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1580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Desarrollar una plataforma multiplataforma móvil y web para la emisión instantánea de alertas de emergencia y geolocalización.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0350" y="3179415"/>
            <a:ext cx="2199320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991B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 Específicos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3540412"/>
            <a:ext cx="60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B9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0850" y="3541365"/>
            <a:ext cx="2981585" cy="250966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B9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Arquitectura robusta con Spring Boot.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600" y="3814702"/>
            <a:ext cx="60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B9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0850" y="3815655"/>
            <a:ext cx="2846998" cy="250966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B9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Persistencia</a:t>
            </a:r>
            <a:r>
              <a:rPr sz="1350" b="0" i="0" u="none" dirty="0">
                <a:solidFill>
                  <a:srgbClr val="B9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 Room </a:t>
            </a:r>
            <a:r>
              <a:rPr sz="1350" b="0" i="0" u="none" dirty="0" err="1">
                <a:solidFill>
                  <a:srgbClr val="B9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350" b="0" i="0" u="none" dirty="0">
                <a:solidFill>
                  <a:srgbClr val="B9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Android.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600" y="4088993"/>
            <a:ext cx="60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B9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0850" y="4089945"/>
            <a:ext cx="3068148" cy="250966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B9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Notificaciones push vía Firebase FCM.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86075"/>
            <a:ext cx="3149649" cy="177165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21249" y="2886075"/>
            <a:ext cx="3149649" cy="177165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432899" y="2886075"/>
            <a:ext cx="3149649" cy="177165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45720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1475" y="3162300"/>
            <a:ext cx="28575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7849" y="3619500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3162300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9499" y="3619500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0962" y="3162300"/>
            <a:ext cx="333375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00062"/>
            <a:ext cx="497572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Arquitectura General del 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3043" y="3695700"/>
            <a:ext cx="1422761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 Android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1175" y="4000500"/>
            <a:ext cx="324649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 / Java, Jetpack, Room DB, Fused Location Provider.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4841" y="3695700"/>
            <a:ext cx="174246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 REST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2824" y="4000500"/>
            <a:ext cx="324649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 Spring Boot, Controladores, Servicios y Repositorios.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49741" y="3695700"/>
            <a:ext cx="211596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 de Datos &amp; 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4474" y="4000500"/>
            <a:ext cx="3246499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O" sz="1200" b="0" i="0" u="none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Postgre</a:t>
            </a:r>
            <a:r>
              <a:rPr sz="1200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</a:t>
            </a:r>
            <a:r>
              <a:rPr lang="es-CO" sz="1200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</a:t>
            </a:r>
            <a:r>
              <a:rPr lang="es-CO" sz="1200" b="0" i="0" u="none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Supabase</a:t>
            </a:r>
            <a:r>
              <a:rPr sz="1200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Firebase Cloud Messaging (FCM)</a:t>
            </a:r>
            <a:r>
              <a:rPr lang="es-CO" sz="1200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1200" b="0" i="0" u="none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Realtime</a:t>
            </a:r>
            <a:r>
              <a:rPr lang="es-CO" sz="1200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200" b="0" i="0" u="none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s-CO" sz="1200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1200" b="0" i="0" u="none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Render,Netlify</a:t>
            </a:r>
            <a:r>
              <a:rPr sz="1200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71750"/>
            <a:ext cx="5334000" cy="2400151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248400" y="2434679"/>
            <a:ext cx="5334000" cy="2674441"/>
          </a:xfrm>
          <a:prstGeom prst="roundRect">
            <a:avLst>
              <a:gd name="adj" fmla="val 42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45720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500062"/>
            <a:ext cx="543738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Móvil y Persistencia 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2886075"/>
            <a:ext cx="1959062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Gestión en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2725" y="2749004"/>
            <a:ext cx="56292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Base de Datos 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175" y="3285172"/>
            <a:ext cx="60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425" y="3286125"/>
            <a:ext cx="4610100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SosManager:</a:t>
            </a:r>
            <a:r>
              <a:rPr sz="1350" b="0" i="0" u="none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Patrón Singleton para control de emergencias.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175" y="3833752"/>
            <a:ext cx="60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425" y="3834705"/>
            <a:ext cx="4610100" cy="250966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Geolocalización:</a:t>
            </a:r>
            <a:r>
              <a:rPr sz="1350" b="0" i="0" u="none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Coordenadas de alta precisión vía GPS.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4382333"/>
            <a:ext cx="60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425" y="4383285"/>
            <a:ext cx="3972241" cy="250966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Corrutinas:</a:t>
            </a:r>
            <a:r>
              <a:rPr sz="1350" b="0" i="0" u="none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Operaciones asíncronas optimizadas.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7975" y="3148101"/>
            <a:ext cx="60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3225" y="3149054"/>
            <a:ext cx="4610100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Fuente única:</a:t>
            </a:r>
            <a:r>
              <a:rPr sz="1350" b="0" i="0" u="none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Almacenamiento local de contactos de confianza.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7975" y="3696682"/>
            <a:ext cx="60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3225" y="3697634"/>
            <a:ext cx="4610100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Entidades y DAOs:</a:t>
            </a:r>
            <a:r>
              <a:rPr sz="1350" b="0" i="0" u="none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Registro persistente de alertas locales.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7975" y="4245262"/>
            <a:ext cx="60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3225" y="4208947"/>
            <a:ext cx="4610100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s-ES" sz="1350" b="1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Acceso Inmediato: </a:t>
            </a:r>
            <a:r>
              <a:rPr lang="es-ES" sz="135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Carga rápida de datos sin latencia del servidor.</a:t>
            </a:r>
            <a:endParaRPr sz="1350" i="0" u="none" dirty="0">
              <a:solidFill>
                <a:srgbClr val="47556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1" y="3067051"/>
            <a:ext cx="3208020" cy="1409700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43400" y="3067050"/>
            <a:ext cx="3505200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077200" y="3067050"/>
            <a:ext cx="3505200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45720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00062"/>
            <a:ext cx="555902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 con Spring Boot &amp; API 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214687"/>
            <a:ext cx="1880323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Controladores 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557587"/>
            <a:ext cx="3048000" cy="488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Endpoints seguros para recepción de peticiones SOS y seguimiento continuo.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343275"/>
            <a:ext cx="165750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 de Servicios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686175"/>
            <a:ext cx="3048000" cy="488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Lógica de negocio para validación de tokens y gestión de alertas.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343275"/>
            <a:ext cx="158870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Repositorios JPA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686175"/>
            <a:ext cx="3048000" cy="488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Conexión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eficiente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 base de </a:t>
            </a: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relacional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35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PostgreSQL en </a:t>
            </a:r>
            <a:r>
              <a:rPr lang="es-CO" sz="1350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Supabase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19425"/>
            <a:ext cx="2600325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400425" y="3019425"/>
            <a:ext cx="2600325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191250" y="3019425"/>
            <a:ext cx="2600325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982075" y="3019425"/>
            <a:ext cx="2600325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457200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00062"/>
            <a:ext cx="450604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Flujo del Botón de Pánico 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1521" y="3257550"/>
            <a:ext cx="25648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D94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2142" y="3648075"/>
            <a:ext cx="87524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215" y="3924300"/>
            <a:ext cx="2655093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usuario pulsa el botón de emergencia en la app.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346" y="3257550"/>
            <a:ext cx="25648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D94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753" y="3648075"/>
            <a:ext cx="131766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Geolocalización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3040" y="3924300"/>
            <a:ext cx="2655093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Captura inmediata de coordenadas GPS actuales.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3171" y="3257550"/>
            <a:ext cx="25648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D94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4713" y="3648075"/>
            <a:ext cx="117339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Petición HTTP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865" y="3924300"/>
            <a:ext cx="2655093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Envío de AlertaRequest mediante Retrofit al backend.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53996" y="3257550"/>
            <a:ext cx="25648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D94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1267" y="3648075"/>
            <a:ext cx="146193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Respuesta Global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4690" y="3924300"/>
            <a:ext cx="2655093" cy="519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Disparo</a:t>
            </a:r>
            <a:r>
              <a:rPr sz="1125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1125" b="0" i="0" u="none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notificaciones</a:t>
            </a:r>
            <a:r>
              <a:rPr sz="1125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Push</a:t>
            </a:r>
            <a:r>
              <a:rPr lang="es-CO" sz="1125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(FCM)</a:t>
            </a:r>
            <a:r>
              <a:rPr sz="1125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sz="1125" b="0" i="0" u="none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rastreo</a:t>
            </a:r>
            <a:r>
              <a:rPr sz="1125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continuo</a:t>
            </a:r>
            <a:r>
              <a:rPr lang="es-CO" sz="1125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s-CO" sz="1125" b="0" i="0" u="none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Realtime</a:t>
            </a:r>
            <a:r>
              <a:rPr lang="es-CO" sz="1125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125" b="0" i="0" u="none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Databese</a:t>
            </a:r>
            <a:r>
              <a:rPr lang="es-CO" sz="1125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CO" sz="1125" b="0" i="0" u="none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webSocket</a:t>
            </a:r>
            <a:r>
              <a:rPr lang="es-CO" sz="1125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sz="1125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62237"/>
            <a:ext cx="5334000" cy="2219325"/>
          </a:xfrm>
          <a:prstGeom prst="roundRect">
            <a:avLst>
              <a:gd name="adj" fmla="val 51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248400" y="2790825"/>
            <a:ext cx="5334000" cy="1962150"/>
          </a:xfrm>
          <a:prstGeom prst="roundRect">
            <a:avLst>
              <a:gd name="adj" fmla="val 582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457200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2976562"/>
            <a:ext cx="2667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725" y="3105150"/>
            <a:ext cx="3048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00062"/>
            <a:ext cx="587981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Notificaciones Push con Firebase (FCM)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433762"/>
            <a:ext cx="1242648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Tokens FCM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795712"/>
            <a:ext cx="4800600" cy="494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servidor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consulta y </a:t>
            </a: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registra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tokens de </a:t>
            </a: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contactos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350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Postgre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para </a:t>
            </a: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identificar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destinos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forma </a:t>
            </a: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uníca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562350"/>
            <a:ext cx="1833835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Entrega Inmediata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924300"/>
            <a:ext cx="4800600" cy="488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Notificaciones push de emergencia entregadas con éxito a través de la infraestructura cloud de Google.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09875"/>
            <a:ext cx="3505200" cy="1924050"/>
          </a:xfrm>
          <a:prstGeom prst="roundRect">
            <a:avLst>
              <a:gd name="adj" fmla="val 59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43400" y="2938462"/>
            <a:ext cx="350520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077200" y="2938462"/>
            <a:ext cx="350520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5200" y="45720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00062"/>
            <a:ext cx="394979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Retos Técnicos Superados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086100"/>
            <a:ext cx="177452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Políticas de Batería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429000"/>
            <a:ext cx="3048000" cy="488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Adaptación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restricciones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capas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personalización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segundo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plano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214687"/>
            <a:ext cx="196688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Permisos de 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557587"/>
            <a:ext cx="3048000" cy="488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Gestión interactiva de permisos críticos de ubicación y servicios de telefonía.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214687"/>
            <a:ext cx="233531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Sincronización Real-Time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557587"/>
            <a:ext cx="3048000" cy="744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Envío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ubicación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continua </a:t>
            </a: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cada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35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segundos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hacia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servidor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Spring Boot</a:t>
            </a:r>
            <a:r>
              <a:rPr lang="es-CO"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CO"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Realtime</a:t>
            </a:r>
            <a:r>
              <a:rPr lang="es-CO"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350" b="0" i="0" u="none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sz="135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358580"/>
            <a:ext cx="5715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0" y="457200"/>
            <a:ext cx="495300" cy="495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23887"/>
            <a:ext cx="1846659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38BD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CONCLUSIONES Y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766119"/>
            <a:ext cx="9498306" cy="5257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600" b="1" i="0" u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Proyecto </a:t>
            </a:r>
            <a:r>
              <a:rPr lang="es-CO" sz="3600" b="1" i="0" u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Alerta Mujer </a:t>
            </a:r>
            <a:r>
              <a:rPr sz="3600" b="1" i="0" u="none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Exitoso</a:t>
            </a:r>
            <a:r>
              <a:rPr sz="3600" b="1" i="0" u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sz="3600" b="1" i="0" u="none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Funcional</a:t>
            </a:r>
            <a:endParaRPr sz="3600" b="1" i="0" u="none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3482280"/>
            <a:ext cx="8667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Integración completa lograda entre Android Studio, Room, Spring Boot y Firebase FCM para salvaguardar vidas mediante tecnología.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210300"/>
            <a:ext cx="318837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¡Gracias </a:t>
            </a:r>
            <a:r>
              <a:rPr sz="1200" b="0" i="0" u="none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1200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sz="1200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atención</a:t>
            </a:r>
            <a:r>
              <a:rPr sz="1200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400" b="0" i="0" u="none" dirty="0" err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instructores</a:t>
            </a:r>
            <a:r>
              <a:rPr sz="1200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SENA!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150" y="6210300"/>
            <a:ext cx="87684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ADSO </a:t>
            </a:r>
            <a:r>
              <a:rPr sz="1400" b="0" i="0" u="none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1625</TotalTime>
  <Words>518</Words>
  <Application>Microsoft Office PowerPoint</Application>
  <PresentationFormat>Panorámica</PresentationFormat>
  <Paragraphs>84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Inter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andres felipe cuellar gomez</cp:lastModifiedBy>
  <cp:revision>6</cp:revision>
  <dcterms:created xsi:type="dcterms:W3CDTF">2013-01-27T09:14:16Z</dcterms:created>
  <dcterms:modified xsi:type="dcterms:W3CDTF">2026-10-30T20:00:07Z</dcterms:modified>
  <cp:category/>
</cp:coreProperties>
</file>